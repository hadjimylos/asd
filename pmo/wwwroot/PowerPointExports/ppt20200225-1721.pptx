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embeddedFontLst>
    <p:embeddedFont>
      <p:font typeface="ＭＳ Ｐゴシック" panose="020B0600070205080204" pitchFamily="34" charset="-128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1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cover1.png"/>
          <p:cNvPicPr>
            <a:picLocks/>
          </p:cNvPicPr>
          <p:nvPr/>
        </p:nvPicPr>
        <p:blipFill>
          <a:blip r:embed="rId2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5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cover_ppt_blu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4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ITT_cover_ppt_taupe1.png"/>
          <p:cNvPicPr>
            <a:picLocks noChangeAspect="1"/>
          </p:cNvPicPr>
          <p:nvPr/>
        </p:nvPicPr>
        <p:blipFill>
          <a:blip r:embed="rId2"/>
          <a:srcRect l="4796" t="3" r="237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3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PPT_cover_orang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chemeClr val="accent5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5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ITT_PPT_cover2.png"/>
          <p:cNvPicPr>
            <a:picLocks/>
          </p:cNvPicPr>
          <p:nvPr/>
        </p:nvPicPr>
        <p:blipFill>
          <a:blip r:embed="rId3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88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cover_ppt_blu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2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ITT_cover_ppt_taup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84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PPT_cover_orang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D45D00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7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2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ITT_PPT_divider1.png"/>
          <p:cNvPicPr>
            <a:picLocks/>
          </p:cNvPicPr>
          <p:nvPr/>
        </p:nvPicPr>
        <p:blipFill>
          <a:blip r:embed="rId2"/>
          <a:srcRect l="4779" r="22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96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TT_PPT_divider_blu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51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TT_PPT_divider_taup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54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ITT_PPT_divider2.png"/>
          <p:cNvPicPr>
            <a:picLocks/>
          </p:cNvPicPr>
          <p:nvPr/>
        </p:nvPicPr>
        <p:blipFill>
          <a:blip r:embed="rId3"/>
          <a:srcRect l="499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86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3" descr="ITT_PPT_divider_blu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97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7" descr="ITT_PPT_divider_taup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30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ITT_PPT_divider2_blu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23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_PPT_divider2_orang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72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2301-ITT08_fpo.jpg"/>
          <p:cNvPicPr>
            <a:picLocks noChangeAspect="1"/>
          </p:cNvPicPr>
          <p:nvPr/>
        </p:nvPicPr>
        <p:blipFill>
          <a:blip r:embed="rId2"/>
          <a:srcRect l="18" t="12054" r="20081" b="-92"/>
          <a:stretch>
            <a:fillRect/>
          </a:stretch>
        </p:blipFill>
        <p:spPr bwMode="auto">
          <a:xfrm>
            <a:off x="1838325" y="0"/>
            <a:ext cx="7305675" cy="536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ITT_PPT_divider2_blu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46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 logo_fpo.jpg"/>
          <p:cNvPicPr>
            <a:picLocks noChangeAspect="1"/>
          </p:cNvPicPr>
          <p:nvPr/>
        </p:nvPicPr>
        <p:blipFill>
          <a:blip r:embed="rId2"/>
          <a:srcRect t="20422" r="7356"/>
          <a:stretch>
            <a:fillRect/>
          </a:stretch>
        </p:blipFill>
        <p:spPr bwMode="auto">
          <a:xfrm>
            <a:off x="1663700" y="0"/>
            <a:ext cx="7480300" cy="514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ITT_PPT_divider2_orang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53512"/>
            <a:ext cx="4572000" cy="2530139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15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divider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0" y="3429000"/>
            <a:ext cx="3867912" cy="2530139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846320" y="457200"/>
            <a:ext cx="3867912" cy="66751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296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4752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3920" y="1444751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12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4752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56904"/>
            <a:ext cx="4040188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0745" y="1444752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745" y="2156904"/>
            <a:ext cx="4041775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9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01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330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305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0769" y="1444752"/>
            <a:ext cx="511175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3008313" cy="466344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84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2314306"/>
            <a:ext cx="8275320" cy="3793886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8275320" cy="80486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12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75638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444625"/>
            <a:ext cx="8275638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65925" y="6345238"/>
            <a:ext cx="131762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chemeClr val="tx1"/>
                </a:solidFill>
                <a:ea typeface="ヒラギノ角ゴ Pro W3" charset="0"/>
                <a:cs typeface="+mn-cs"/>
              </a:defRPr>
            </a:lvl1pPr>
          </a:lstStyle>
          <a:p>
            <a:fld id="{A0DC1BEE-FDA4-4223-B266-CB9E5B16398A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dirty="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345238"/>
            <a:ext cx="338138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fld id="{CC787B78-4590-41A7-91F5-9449DDB30EEE}" type="slidenum">
              <a:rPr lang="en-US" smtClean="0"/>
              <a:t>‹#›</a:t>
            </a:fld>
            <a:endParaRPr lang="en-US"/>
          </a:p>
        </p:txBody>
      </p:sp>
      <p:pic>
        <p:nvPicPr>
          <p:cNvPr id="1031" name="Picture 11" descr="logo.jpg"/>
          <p:cNvPicPr>
            <a:picLocks/>
          </p:cNvPicPr>
          <p:nvPr/>
        </p:nvPicPr>
        <p:blipFill>
          <a:blip r:embed="rId28"/>
          <a:srcRect/>
          <a:stretch>
            <a:fillRect/>
          </a:stretch>
        </p:blipFill>
        <p:spPr bwMode="auto">
          <a:xfrm>
            <a:off x="455613" y="6200775"/>
            <a:ext cx="739775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0725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000" kern="1200">
          <a:solidFill>
            <a:srgbClr val="9D2235"/>
          </a:solidFill>
          <a:latin typeface="Arial"/>
          <a:ea typeface="+mj-ea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9pPr>
    </p:titleStyle>
    <p:bodyStyle>
      <a:lvl1pPr marL="1698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1pPr>
      <a:lvl2pPr marL="398463" indent="-1778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2pPr>
      <a:lvl3pPr marL="627063" indent="-168275" algn="l" defTabSz="457200" rtl="0" eaLnBrk="1" fontAlgn="base" hangingPunct="1">
        <a:spcBef>
          <a:spcPct val="20000"/>
        </a:spcBef>
        <a:spcAft>
          <a:spcPct val="0"/>
        </a:spcAft>
        <a:buFont typeface="Lucida Grande" pitchFamily="2" charset="0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3pPr>
      <a:lvl4pPr marL="855663" indent="-228600" algn="l" defTabSz="457200" rtl="0" eaLnBrk="1" fontAlgn="base" hangingPunct="1">
        <a:spcBef>
          <a:spcPct val="20000"/>
        </a:spcBef>
        <a:spcAft>
          <a:spcPct val="0"/>
        </a:spcAft>
        <a:buFont typeface="Calibri" pitchFamily="34" charset="0"/>
        <a:buAutoNum type="arabicPeriod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0334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smtClean="0">
                <a:latin typeface="Arial" panose="020B0604020202020204" pitchFamily="34" charset="0"/>
              </a:rPr>
              <a:t>Project ID: TESTID#54834 </a:t>
            </a:r>
            <a:br>
              <a:rPr lang="en-US" sz="2400" smtClean="0">
                <a:latin typeface="Arial" panose="020B0604020202020204" pitchFamily="34" charset="0"/>
              </a:rPr>
            </a:br>
            <a:r>
              <a:rPr lang="en-US" sz="2400" smtClean="0">
                <a:latin typeface="Arial" panose="020B0604020202020204" pitchFamily="34" charset="0"/>
              </a:rPr>
              <a:t>Project Name: Test Name for Test and Test and Test for Test</a:t>
            </a:r>
            <a:endParaRPr lang="en-US" sz="2400">
              <a:latin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Review: Gate 2 </a:t>
            </a:r>
          </a:p>
          <a:p>
            <a:r>
              <a:rPr lang="en-US" smtClean="0"/>
              <a:t>Date: 02/25/2020 </a:t>
            </a:r>
          </a:p>
          <a:p>
            <a:r>
              <a:rPr lang="en-US" smtClean="0"/>
              <a:t>Program Manager: Georgia Nombre de Oliveira Kalyva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70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Business Cases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360658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827564">
                  <a:extLst>
                    <a:ext uri="{9D8B030D-6E8A-4147-A177-3AD203B41FA5}">
                      <a16:colId xmlns:a16="http://schemas.microsoft.com/office/drawing/2014/main" val="4060100328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763194276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2790802867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3430901834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487386238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942126956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2139621341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2321490862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3347293682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4174135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6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7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8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9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155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15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16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17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18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19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73315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7B78-4590-41A7-91F5-9449DDB30EEE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0CC6-7689-4764-BC69-98CA8656902A}" type="datetime1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Gate Review 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0095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ITT color palette">
      <a:dk1>
        <a:sysClr val="windowText" lastClr="000000"/>
      </a:dk1>
      <a:lt1>
        <a:sysClr val="window" lastClr="FFFFFF"/>
      </a:lt1>
      <a:dk2>
        <a:srgbClr val="5B6770"/>
      </a:dk2>
      <a:lt2>
        <a:srgbClr val="D6D2C4"/>
      </a:lt2>
      <a:accent1>
        <a:srgbClr val="4C4184"/>
      </a:accent1>
      <a:accent2>
        <a:srgbClr val="642F6C"/>
      </a:accent2>
      <a:accent3>
        <a:srgbClr val="7D2248"/>
      </a:accent3>
      <a:accent4>
        <a:srgbClr val="9D2235"/>
      </a:accent4>
      <a:accent5>
        <a:srgbClr val="D45D00"/>
      </a:accent5>
      <a:accent6>
        <a:srgbClr val="00859B"/>
      </a:accent6>
      <a:hlink>
        <a:srgbClr val="008264"/>
      </a:hlink>
      <a:folHlink>
        <a:srgbClr val="9493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" id="{619F8B6C-59BC-4EEA-BC7B-5BA4CB2C3E62}" vid="{9E2200A6-F187-49C1-9E9C-D505637269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46</Words>
  <Application>Microsoft Office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ＭＳ Ｐゴシック</vt:lpstr>
      <vt:lpstr>Lucida Grande</vt:lpstr>
      <vt:lpstr>Calibri</vt:lpstr>
      <vt:lpstr>ヒラギノ角ゴ Pro W3</vt:lpstr>
      <vt:lpstr>Arial</vt:lpstr>
      <vt:lpstr>Theme</vt:lpstr>
      <vt:lpstr>Project ID: TESTID#54834  Project Name: Test Name for Test and Test and Test for Test</vt:lpstr>
      <vt:lpstr>Business Cases</vt:lpstr>
    </vt:vector>
  </TitlesOfParts>
  <Company>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ID: TESTID#54834  Project Name: Test Name for Test and Test and Test for Test</dc:title>
  <dc:creator>Kalyva, Georgia</dc:creator>
  <cp:lastModifiedBy>Kalyva, Georgia</cp:lastModifiedBy>
  <cp:revision>1</cp:revision>
  <dcterms:created xsi:type="dcterms:W3CDTF">2020-02-25T15:21:38Z</dcterms:created>
  <dcterms:modified xsi:type="dcterms:W3CDTF">2020-02-25T15:21:43Z</dcterms:modified>
</cp:coreProperties>
</file>