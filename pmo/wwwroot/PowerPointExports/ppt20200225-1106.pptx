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embeddedFontLst>
    <p:embeddedFont>
      <p:font typeface="ＭＳ Ｐゴシック" panose="020B0600070205080204" pitchFamily="34" charset="-128"/>
      <p:regular r:id="rId4"/>
    </p:embeddedFont>
    <p:embeddedFont>
      <p:font typeface="Calibri" panose="020F0502020204030204" pitchFamily="34" charset="0"/>
      <p:regular r:id="rId5"/>
      <p:bold r:id="rId6"/>
      <p:italic r:id="rId7"/>
      <p:boldItalic r:id="rId8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1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ITT_PPT_cover1.png"/>
          <p:cNvPicPr>
            <a:picLocks/>
          </p:cNvPicPr>
          <p:nvPr/>
        </p:nvPicPr>
        <p:blipFill>
          <a:blip r:embed="rId2"/>
          <a:srcRect l="4779" t="34" r="220" b="-3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9D2235"/>
                </a:solidFill>
              </a:defRPr>
            </a:lvl1pPr>
          </a:lstStyle>
          <a:p>
            <a:fld id="{0750CEB8-DF44-491F-84C5-894517B93891}" type="datetimeFigureOut">
              <a:rPr lang="en-US" smtClean="0"/>
              <a:t>2/25/2020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666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TT_cover_ppt_blue1.png"/>
          <p:cNvPicPr>
            <a:picLocks noChangeAspect="1"/>
          </p:cNvPicPr>
          <p:nvPr/>
        </p:nvPicPr>
        <p:blipFill>
          <a:blip r:embed="rId2"/>
          <a:srcRect l="4796" t="3" r="238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4C4184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C418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4C4184"/>
                </a:solidFill>
              </a:defRPr>
            </a:lvl1pPr>
          </a:lstStyle>
          <a:p>
            <a:fld id="{0750CEB8-DF44-491F-84C5-894517B93891}" type="datetimeFigureOut">
              <a:rPr lang="en-US" smtClean="0"/>
              <a:t>2/25/2020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36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ITT_cover_ppt_taupe1.png"/>
          <p:cNvPicPr>
            <a:picLocks noChangeAspect="1"/>
          </p:cNvPicPr>
          <p:nvPr/>
        </p:nvPicPr>
        <p:blipFill>
          <a:blip r:embed="rId2"/>
          <a:srcRect l="4796" t="3" r="237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857874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85787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857874"/>
                </a:solidFill>
              </a:defRPr>
            </a:lvl1pPr>
          </a:lstStyle>
          <a:p>
            <a:fld id="{0750CEB8-DF44-491F-84C5-894517B93891}" type="datetimeFigureOut">
              <a:rPr lang="en-US" smtClean="0"/>
              <a:t>2/25/2020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526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 -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TT_PPT_cover_orange1.png"/>
          <p:cNvPicPr>
            <a:picLocks noChangeAspect="1"/>
          </p:cNvPicPr>
          <p:nvPr/>
        </p:nvPicPr>
        <p:blipFill>
          <a:blip r:embed="rId2"/>
          <a:srcRect l="4796" t="3" r="238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D45D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D45D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chemeClr val="accent5"/>
                </a:solidFill>
              </a:defRPr>
            </a:lvl1pPr>
          </a:lstStyle>
          <a:p>
            <a:fld id="{0750CEB8-DF44-491F-84C5-894517B93891}" type="datetimeFigureOut">
              <a:rPr lang="en-US" smtClean="0"/>
              <a:t>2/25/2020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172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w/imag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106451894_FPO.jpg"/>
          <p:cNvPicPr>
            <a:picLocks/>
          </p:cNvPicPr>
          <p:nvPr/>
        </p:nvPicPr>
        <p:blipFill>
          <a:blip r:embed="rId2"/>
          <a:srcRect r="32207"/>
          <a:stretch>
            <a:fillRect/>
          </a:stretch>
        </p:blipFill>
        <p:spPr bwMode="auto">
          <a:xfrm>
            <a:off x="3943350" y="0"/>
            <a:ext cx="5200650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ITT_PPT_cover2.png"/>
          <p:cNvPicPr>
            <a:picLocks/>
          </p:cNvPicPr>
          <p:nvPr/>
        </p:nvPicPr>
        <p:blipFill>
          <a:blip r:embed="rId3"/>
          <a:srcRect l="4779" t="34" r="220" b="-3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9D2235"/>
                </a:solidFill>
              </a:defRPr>
            </a:lvl1pPr>
          </a:lstStyle>
          <a:p>
            <a:fld id="{0750CEB8-DF44-491F-84C5-894517B93891}" type="datetimeFigureOut">
              <a:rPr lang="en-US" smtClean="0"/>
              <a:t>2/25/2020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048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w/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106451894_FPO.jpg"/>
          <p:cNvPicPr>
            <a:picLocks/>
          </p:cNvPicPr>
          <p:nvPr/>
        </p:nvPicPr>
        <p:blipFill>
          <a:blip r:embed="rId2"/>
          <a:srcRect r="32207"/>
          <a:stretch>
            <a:fillRect/>
          </a:stretch>
        </p:blipFill>
        <p:spPr bwMode="auto">
          <a:xfrm>
            <a:off x="3943350" y="0"/>
            <a:ext cx="5200650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ITT_cover_ppt_blue2.png"/>
          <p:cNvPicPr>
            <a:picLocks noChangeAspect="1"/>
          </p:cNvPicPr>
          <p:nvPr/>
        </p:nvPicPr>
        <p:blipFill>
          <a:blip r:embed="rId3"/>
          <a:srcRect l="4796" t="3" r="238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4C4184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C418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4C4184"/>
                </a:solidFill>
              </a:defRPr>
            </a:lvl1pPr>
          </a:lstStyle>
          <a:p>
            <a:fld id="{0750CEB8-DF44-491F-84C5-894517B93891}" type="datetimeFigureOut">
              <a:rPr lang="en-US" smtClean="0"/>
              <a:t>2/25/2020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42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106451894_FPO.jpg"/>
          <p:cNvPicPr>
            <a:picLocks/>
          </p:cNvPicPr>
          <p:nvPr/>
        </p:nvPicPr>
        <p:blipFill>
          <a:blip r:embed="rId2"/>
          <a:srcRect r="32207"/>
          <a:stretch>
            <a:fillRect/>
          </a:stretch>
        </p:blipFill>
        <p:spPr bwMode="auto">
          <a:xfrm>
            <a:off x="3943350" y="0"/>
            <a:ext cx="5200650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5" descr="ITT_cover_ppt_taupe2.png"/>
          <p:cNvPicPr>
            <a:picLocks noChangeAspect="1"/>
          </p:cNvPicPr>
          <p:nvPr/>
        </p:nvPicPr>
        <p:blipFill>
          <a:blip r:embed="rId3"/>
          <a:srcRect l="4796" t="3" r="238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857874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85787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857874"/>
                </a:solidFill>
              </a:defRPr>
            </a:lvl1pPr>
          </a:lstStyle>
          <a:p>
            <a:fld id="{0750CEB8-DF44-491F-84C5-894517B93891}" type="datetimeFigureOut">
              <a:rPr lang="en-US" smtClean="0"/>
              <a:t>2/25/2020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327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106451894_FPO.jpg"/>
          <p:cNvPicPr>
            <a:picLocks/>
          </p:cNvPicPr>
          <p:nvPr/>
        </p:nvPicPr>
        <p:blipFill>
          <a:blip r:embed="rId2"/>
          <a:srcRect r="32207"/>
          <a:stretch>
            <a:fillRect/>
          </a:stretch>
        </p:blipFill>
        <p:spPr bwMode="auto">
          <a:xfrm>
            <a:off x="3943350" y="0"/>
            <a:ext cx="5200650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ITT_PPT_cover_orange2.png"/>
          <p:cNvPicPr>
            <a:picLocks noChangeAspect="1"/>
          </p:cNvPicPr>
          <p:nvPr/>
        </p:nvPicPr>
        <p:blipFill>
          <a:blip r:embed="rId3"/>
          <a:srcRect l="4796" t="3" r="238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D45D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D45D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D45D00"/>
                </a:solidFill>
              </a:defRPr>
            </a:lvl1pPr>
          </a:lstStyle>
          <a:p>
            <a:fld id="{0750CEB8-DF44-491F-84C5-894517B93891}" type="datetimeFigureOut">
              <a:rPr lang="en-US" smtClean="0"/>
              <a:t>2/25/2020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064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750CEB8-DF44-491F-84C5-894517B93891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A64DEE-AE97-4679-A92E-FAAFDCB9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645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ITT_PPT_divider1.png"/>
          <p:cNvPicPr>
            <a:picLocks/>
          </p:cNvPicPr>
          <p:nvPr/>
        </p:nvPicPr>
        <p:blipFill>
          <a:blip r:embed="rId2"/>
          <a:srcRect l="4779" r="22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Autofit/>
          </a:bodyPr>
          <a:lstStyle>
            <a:lvl1pPr algn="l">
              <a:defRPr sz="5000" b="0" cap="none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0750CEB8-DF44-491F-84C5-894517B93891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FCA64DEE-AE97-4679-A92E-FAAFDCB9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8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TT_PPT_divider_blue1.png"/>
          <p:cNvPicPr>
            <a:picLocks noChangeAspect="1"/>
          </p:cNvPicPr>
          <p:nvPr/>
        </p:nvPicPr>
        <p:blipFill>
          <a:blip r:embed="rId2"/>
          <a:srcRect l="4668" r="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Autofit/>
          </a:bodyPr>
          <a:lstStyle>
            <a:lvl1pPr algn="l">
              <a:defRPr sz="5000" b="0" cap="none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0750CEB8-DF44-491F-84C5-894517B93891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FCA64DEE-AE97-4679-A92E-FAAFDCB9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3888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ITT_PPT_divider_taupe1.png"/>
          <p:cNvPicPr>
            <a:picLocks noChangeAspect="1"/>
          </p:cNvPicPr>
          <p:nvPr/>
        </p:nvPicPr>
        <p:blipFill>
          <a:blip r:embed="rId2"/>
          <a:srcRect l="4668" r="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Autofit/>
          </a:bodyPr>
          <a:lstStyle>
            <a:lvl1pPr algn="l">
              <a:defRPr sz="5000" b="0" cap="none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0750CEB8-DF44-491F-84C5-894517B93891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FCA64DEE-AE97-4679-A92E-FAAFDCB9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509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w/imag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89970326_FPO.jpg"/>
          <p:cNvPicPr>
            <a:picLocks/>
          </p:cNvPicPr>
          <p:nvPr/>
        </p:nvPicPr>
        <p:blipFill>
          <a:blip r:embed="rId2"/>
          <a:srcRect r="4291" b="18048"/>
          <a:stretch>
            <a:fillRect/>
          </a:stretch>
        </p:blipFill>
        <p:spPr bwMode="auto">
          <a:xfrm>
            <a:off x="1666875" y="1482725"/>
            <a:ext cx="7477125" cy="536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8" descr="ITT_PPT_divider2.png"/>
          <p:cNvPicPr>
            <a:picLocks/>
          </p:cNvPicPr>
          <p:nvPr/>
        </p:nvPicPr>
        <p:blipFill>
          <a:blip r:embed="rId3"/>
          <a:srcRect l="4997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1"/>
          <p:cNvSpPr txBox="1">
            <a:spLocks/>
          </p:cNvSpPr>
          <p:nvPr/>
        </p:nvSpPr>
        <p:spPr>
          <a:xfrm>
            <a:off x="2835275" y="6345238"/>
            <a:ext cx="3317875" cy="238125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rgbClr val="000000"/>
                </a:solidFill>
                <a:latin typeface="Arial" charset="0"/>
                <a:ea typeface="ヒラギノ角ゴ Pro W3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Presentation Title goes here.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0750CEB8-DF44-491F-84C5-894517B93891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FCA64DEE-AE97-4679-A92E-FAAFDCB9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2022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w/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89970326_FPO.jpg"/>
          <p:cNvPicPr>
            <a:picLocks/>
          </p:cNvPicPr>
          <p:nvPr/>
        </p:nvPicPr>
        <p:blipFill>
          <a:blip r:embed="rId2"/>
          <a:srcRect r="4291" b="18048"/>
          <a:stretch>
            <a:fillRect/>
          </a:stretch>
        </p:blipFill>
        <p:spPr bwMode="auto">
          <a:xfrm>
            <a:off x="1666875" y="1482725"/>
            <a:ext cx="7477125" cy="536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13" descr="ITT_PPT_divider_blue2.png"/>
          <p:cNvPicPr>
            <a:picLocks noChangeAspect="1"/>
          </p:cNvPicPr>
          <p:nvPr/>
        </p:nvPicPr>
        <p:blipFill>
          <a:blip r:embed="rId3"/>
          <a:srcRect l="4668" r="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1"/>
          <p:cNvSpPr txBox="1">
            <a:spLocks/>
          </p:cNvSpPr>
          <p:nvPr/>
        </p:nvSpPr>
        <p:spPr>
          <a:xfrm>
            <a:off x="2835275" y="6345238"/>
            <a:ext cx="3317875" cy="238125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rgbClr val="000000"/>
                </a:solidFill>
                <a:latin typeface="Arial" charset="0"/>
                <a:ea typeface="ヒラギノ角ゴ Pro W3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Presentation Title goes here.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0750CEB8-DF44-491F-84C5-894517B93891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FCA64DEE-AE97-4679-A92E-FAAFDCB9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03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89970326_FPO.jpg"/>
          <p:cNvPicPr>
            <a:picLocks/>
          </p:cNvPicPr>
          <p:nvPr/>
        </p:nvPicPr>
        <p:blipFill>
          <a:blip r:embed="rId2"/>
          <a:srcRect r="4291" b="18048"/>
          <a:stretch>
            <a:fillRect/>
          </a:stretch>
        </p:blipFill>
        <p:spPr bwMode="auto">
          <a:xfrm>
            <a:off x="1666875" y="1482725"/>
            <a:ext cx="7477125" cy="536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7" descr="ITT_PPT_divider_taupe2.png"/>
          <p:cNvPicPr>
            <a:picLocks noChangeAspect="1"/>
          </p:cNvPicPr>
          <p:nvPr/>
        </p:nvPicPr>
        <p:blipFill>
          <a:blip r:embed="rId3"/>
          <a:srcRect l="4668" r="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0750CEB8-DF44-491F-84C5-894517B93891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FCA64DEE-AE97-4679-A92E-FAAFDCB9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3709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ITT_PPT_divider2_blue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3512"/>
            <a:ext cx="4572000" cy="2532888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0"/>
            <a:ext cx="4572000" cy="667512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0750CEB8-DF44-491F-84C5-894517B93891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FCA64DEE-AE97-4679-A92E-FAAFDCB9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718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ITT_PPT_divider2_orange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3512"/>
            <a:ext cx="4572000" cy="2532888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0"/>
            <a:ext cx="4572000" cy="667512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0750CEB8-DF44-491F-84C5-894517B93891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FCA64DEE-AE97-4679-A92E-FAAFDCB9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7644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12301-ITT08_fpo.jpg"/>
          <p:cNvPicPr>
            <a:picLocks noChangeAspect="1"/>
          </p:cNvPicPr>
          <p:nvPr/>
        </p:nvPicPr>
        <p:blipFill>
          <a:blip r:embed="rId2"/>
          <a:srcRect l="18" t="12054" r="20081" b="-92"/>
          <a:stretch>
            <a:fillRect/>
          </a:stretch>
        </p:blipFill>
        <p:spPr bwMode="auto">
          <a:xfrm>
            <a:off x="1838325" y="0"/>
            <a:ext cx="7305675" cy="536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7" descr="ITT_PPT_divider2_blue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8" descr="logo_rev.png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3512"/>
            <a:ext cx="4572000" cy="2532888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0"/>
            <a:ext cx="4572000" cy="667512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0750CEB8-DF44-491F-84C5-894517B93891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FCA64DEE-AE97-4679-A92E-FAAFDCB9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868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itt logo_fpo.jpg"/>
          <p:cNvPicPr>
            <a:picLocks noChangeAspect="1"/>
          </p:cNvPicPr>
          <p:nvPr/>
        </p:nvPicPr>
        <p:blipFill>
          <a:blip r:embed="rId2"/>
          <a:srcRect t="20422" r="7356"/>
          <a:stretch>
            <a:fillRect/>
          </a:stretch>
        </p:blipFill>
        <p:spPr bwMode="auto">
          <a:xfrm>
            <a:off x="1663700" y="0"/>
            <a:ext cx="7480300" cy="514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9" descr="ITT_PPT_divider2_orange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8" descr="logo_rev.png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953512"/>
            <a:ext cx="4572000" cy="2530139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0"/>
            <a:ext cx="4572000" cy="667512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0750CEB8-DF44-491F-84C5-894517B93891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FCA64DEE-AE97-4679-A92E-FAAFDCB9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415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ITT_PPT_divider3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0" y="3429000"/>
            <a:ext cx="3867912" cy="2530139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4846320" y="457200"/>
            <a:ext cx="3867912" cy="66751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0750CEB8-DF44-491F-84C5-894517B93891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FCA64DEE-AE97-4679-A92E-FAAFDCB9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380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4752"/>
            <a:ext cx="4038600" cy="466344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93920" y="1444751"/>
            <a:ext cx="4038600" cy="466344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750CEB8-DF44-491F-84C5-894517B93891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A64DEE-AE97-4679-A92E-FAAFDCB9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5242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44752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56904"/>
            <a:ext cx="4040188" cy="3951288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0745" y="1444752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0745" y="2156904"/>
            <a:ext cx="4041775" cy="3951288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750CEB8-DF44-491F-84C5-894517B93891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A64DEE-AE97-4679-A92E-FAAFDCB9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9228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750CEB8-DF44-491F-84C5-894517B93891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A64DEE-AE97-4679-A92E-FAAFDCB9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336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750CEB8-DF44-491F-84C5-894517B93891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A64DEE-AE97-4679-A92E-FAAFDCB9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1045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3050"/>
            <a:ext cx="8275320" cy="978408"/>
          </a:xfrm>
        </p:spPr>
        <p:txBody>
          <a:bodyPr>
            <a:normAutofit/>
          </a:bodyPr>
          <a:lstStyle>
            <a:lvl1pPr algn="l">
              <a:defRPr sz="3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0769" y="1444752"/>
            <a:ext cx="5111750" cy="466344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44752"/>
            <a:ext cx="3008313" cy="466344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750CEB8-DF44-491F-84C5-894517B93891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A64DEE-AE97-4679-A92E-FAAFDCB9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220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75320" cy="978408"/>
          </a:xfrm>
        </p:spPr>
        <p:txBody>
          <a:bodyPr>
            <a:normAutofit/>
          </a:bodyPr>
          <a:lstStyle>
            <a:lvl1pPr algn="l">
              <a:defRPr sz="3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2314306"/>
            <a:ext cx="8275320" cy="3793886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44752"/>
            <a:ext cx="8275320" cy="80486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750CEB8-DF44-491F-84C5-894517B93891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A64DEE-AE97-4679-A92E-FAAFDCB9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26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75638" cy="97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444625"/>
            <a:ext cx="8275638" cy="466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65925" y="6345238"/>
            <a:ext cx="1317625" cy="238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00" smtClean="0">
                <a:solidFill>
                  <a:schemeClr val="tx1"/>
                </a:solidFill>
                <a:ea typeface="ヒラギノ角ゴ Pro W3" charset="0"/>
                <a:cs typeface="+mn-cs"/>
              </a:defRPr>
            </a:lvl1pPr>
          </a:lstStyle>
          <a:p>
            <a:fld id="{0750CEB8-DF44-491F-84C5-894517B93891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35275" y="6345238"/>
            <a:ext cx="3317875" cy="238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dirty="0" smtClean="0">
                <a:solidFill>
                  <a:srgbClr val="000000"/>
                </a:solidFill>
                <a:ea typeface="ヒラギノ角ゴ Pro W3" charset="0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650" y="6345238"/>
            <a:ext cx="338138" cy="238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00" smtClean="0">
                <a:solidFill>
                  <a:srgbClr val="000000"/>
                </a:solidFill>
                <a:ea typeface="ヒラギノ角ゴ Pro W3" charset="0"/>
                <a:cs typeface="+mn-cs"/>
              </a:defRPr>
            </a:lvl1pPr>
          </a:lstStyle>
          <a:p>
            <a:fld id="{FCA64DEE-AE97-4679-A92E-FAAFDCB9A8E2}" type="slidenum">
              <a:rPr lang="en-US" smtClean="0"/>
              <a:t>‹#›</a:t>
            </a:fld>
            <a:endParaRPr lang="en-US"/>
          </a:p>
        </p:txBody>
      </p:sp>
      <p:pic>
        <p:nvPicPr>
          <p:cNvPr id="1031" name="Picture 11" descr="logo.jpg"/>
          <p:cNvPicPr>
            <a:picLocks/>
          </p:cNvPicPr>
          <p:nvPr/>
        </p:nvPicPr>
        <p:blipFill>
          <a:blip r:embed="rId28"/>
          <a:srcRect/>
          <a:stretch>
            <a:fillRect/>
          </a:stretch>
        </p:blipFill>
        <p:spPr bwMode="auto">
          <a:xfrm>
            <a:off x="455613" y="6200775"/>
            <a:ext cx="739775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39718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3000" kern="1200">
          <a:solidFill>
            <a:srgbClr val="9D2235"/>
          </a:solidFill>
          <a:latin typeface="Arial"/>
          <a:ea typeface="+mj-ea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9pPr>
    </p:titleStyle>
    <p:bodyStyle>
      <a:lvl1pPr marL="169863" indent="-169863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500" kern="1200">
          <a:solidFill>
            <a:schemeClr val="tx1"/>
          </a:solidFill>
          <a:latin typeface="Arial"/>
          <a:ea typeface="+mn-ea"/>
          <a:cs typeface="Arial"/>
        </a:defRPr>
      </a:lvl1pPr>
      <a:lvl2pPr marL="398463" indent="-1778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500" kern="1200">
          <a:solidFill>
            <a:schemeClr val="tx1"/>
          </a:solidFill>
          <a:latin typeface="Arial"/>
          <a:ea typeface="+mn-ea"/>
          <a:cs typeface="Arial"/>
        </a:defRPr>
      </a:lvl2pPr>
      <a:lvl3pPr marL="627063" indent="-168275" algn="l" defTabSz="457200" rtl="0" eaLnBrk="1" fontAlgn="base" hangingPunct="1">
        <a:spcBef>
          <a:spcPct val="20000"/>
        </a:spcBef>
        <a:spcAft>
          <a:spcPct val="0"/>
        </a:spcAft>
        <a:buFont typeface="Lucida Grande" pitchFamily="2" charset="0"/>
        <a:buChar char="–"/>
        <a:defRPr sz="1500" kern="1200">
          <a:solidFill>
            <a:schemeClr val="tx1"/>
          </a:solidFill>
          <a:latin typeface="Arial"/>
          <a:ea typeface="+mn-ea"/>
          <a:cs typeface="Arial"/>
        </a:defRPr>
      </a:lvl3pPr>
      <a:lvl4pPr marL="855663" indent="-228600" algn="l" defTabSz="457200" rtl="0" eaLnBrk="1" fontAlgn="base" hangingPunct="1">
        <a:spcBef>
          <a:spcPct val="20000"/>
        </a:spcBef>
        <a:spcAft>
          <a:spcPct val="0"/>
        </a:spcAft>
        <a:buFont typeface="Calibri" pitchFamily="34" charset="0"/>
        <a:buAutoNum type="arabicPeriod"/>
        <a:defRPr sz="1500" kern="1200">
          <a:solidFill>
            <a:schemeClr val="tx1"/>
          </a:solidFill>
          <a:latin typeface="Arial"/>
          <a:ea typeface="+mn-ea"/>
          <a:cs typeface="Arial"/>
        </a:defRPr>
      </a:lvl4pPr>
      <a:lvl5pPr marL="1033463" indent="-169863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5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400" smtClean="0">
                <a:latin typeface="Arial" panose="020B0604020202020204" pitchFamily="34" charset="0"/>
              </a:rPr>
              <a:t>Project ID: TESTID#54834 </a:t>
            </a:r>
            <a:br>
              <a:rPr lang="en-US" sz="2400" smtClean="0">
                <a:latin typeface="Arial" panose="020B0604020202020204" pitchFamily="34" charset="0"/>
              </a:rPr>
            </a:br>
            <a:r>
              <a:rPr lang="en-US" sz="2400" smtClean="0">
                <a:latin typeface="Arial" panose="020B0604020202020204" pitchFamily="34" charset="0"/>
              </a:rPr>
              <a:t>Project Name: Test Name for Test and Test and Test for Test</a:t>
            </a:r>
            <a:endParaRPr lang="en-US" sz="2400">
              <a:latin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Review: Gate 2 </a:t>
            </a:r>
          </a:p>
          <a:p>
            <a:r>
              <a:rPr lang="en-US" smtClean="0"/>
              <a:t>Date: 02/25/2020 </a:t>
            </a:r>
          </a:p>
          <a:p>
            <a:r>
              <a:rPr lang="en-US" smtClean="0"/>
              <a:t>Program Manager: Georgia Nombre de Oliveira Kalyva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24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Business Cases</a:t>
            </a:r>
            <a:endParaRPr 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8685800"/>
              </p:ext>
            </p:extLst>
          </p:nvPr>
        </p:nvGraphicFramePr>
        <p:xfrm>
          <a:off x="457200" y="1444625"/>
          <a:ext cx="8275638" cy="4664075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827564">
                  <a:extLst>
                    <a:ext uri="{9D8B030D-6E8A-4147-A177-3AD203B41FA5}">
                      <a16:colId xmlns:a16="http://schemas.microsoft.com/office/drawing/2014/main" val="4031877876"/>
                    </a:ext>
                  </a:extLst>
                </a:gridCol>
                <a:gridCol w="827564">
                  <a:extLst>
                    <a:ext uri="{9D8B030D-6E8A-4147-A177-3AD203B41FA5}">
                      <a16:colId xmlns:a16="http://schemas.microsoft.com/office/drawing/2014/main" val="1256807816"/>
                    </a:ext>
                  </a:extLst>
                </a:gridCol>
                <a:gridCol w="827564">
                  <a:extLst>
                    <a:ext uri="{9D8B030D-6E8A-4147-A177-3AD203B41FA5}">
                      <a16:colId xmlns:a16="http://schemas.microsoft.com/office/drawing/2014/main" val="1393353100"/>
                    </a:ext>
                  </a:extLst>
                </a:gridCol>
                <a:gridCol w="827564">
                  <a:extLst>
                    <a:ext uri="{9D8B030D-6E8A-4147-A177-3AD203B41FA5}">
                      <a16:colId xmlns:a16="http://schemas.microsoft.com/office/drawing/2014/main" val="2925492484"/>
                    </a:ext>
                  </a:extLst>
                </a:gridCol>
                <a:gridCol w="827564">
                  <a:extLst>
                    <a:ext uri="{9D8B030D-6E8A-4147-A177-3AD203B41FA5}">
                      <a16:colId xmlns:a16="http://schemas.microsoft.com/office/drawing/2014/main" val="1618573619"/>
                    </a:ext>
                  </a:extLst>
                </a:gridCol>
                <a:gridCol w="827564">
                  <a:extLst>
                    <a:ext uri="{9D8B030D-6E8A-4147-A177-3AD203B41FA5}">
                      <a16:colId xmlns:a16="http://schemas.microsoft.com/office/drawing/2014/main" val="737509143"/>
                    </a:ext>
                  </a:extLst>
                </a:gridCol>
                <a:gridCol w="827564">
                  <a:extLst>
                    <a:ext uri="{9D8B030D-6E8A-4147-A177-3AD203B41FA5}">
                      <a16:colId xmlns:a16="http://schemas.microsoft.com/office/drawing/2014/main" val="67470910"/>
                    </a:ext>
                  </a:extLst>
                </a:gridCol>
                <a:gridCol w="827564">
                  <a:extLst>
                    <a:ext uri="{9D8B030D-6E8A-4147-A177-3AD203B41FA5}">
                      <a16:colId xmlns:a16="http://schemas.microsoft.com/office/drawing/2014/main" val="4007993264"/>
                    </a:ext>
                  </a:extLst>
                </a:gridCol>
                <a:gridCol w="827564">
                  <a:extLst>
                    <a:ext uri="{9D8B030D-6E8A-4147-A177-3AD203B41FA5}">
                      <a16:colId xmlns:a16="http://schemas.microsoft.com/office/drawing/2014/main" val="2444602931"/>
                    </a:ext>
                  </a:extLst>
                </a:gridCol>
                <a:gridCol w="827564">
                  <a:extLst>
                    <a:ext uri="{9D8B030D-6E8A-4147-A177-3AD203B41FA5}">
                      <a16:colId xmlns:a16="http://schemas.microsoft.com/office/drawing/2014/main" val="40965695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2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3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4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5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6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7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8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9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7691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11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12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13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14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15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16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17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18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19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20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4581063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4DEE-AE97-4679-A92E-FAAFDCB9A8E2}" type="slidenum">
              <a:rPr lang="en-US" smtClean="0"/>
              <a:t>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4BD7-E413-40C4-9141-8352353A5E81}" type="datetime1">
              <a:rPr lang="en-US" smtClean="0"/>
              <a:t>2/25/2020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Gate Review 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29395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">
  <a:themeElements>
    <a:clrScheme name="ITT color palette">
      <a:dk1>
        <a:sysClr val="windowText" lastClr="000000"/>
      </a:dk1>
      <a:lt1>
        <a:sysClr val="window" lastClr="FFFFFF"/>
      </a:lt1>
      <a:dk2>
        <a:srgbClr val="5B6770"/>
      </a:dk2>
      <a:lt2>
        <a:srgbClr val="D6D2C4"/>
      </a:lt2>
      <a:accent1>
        <a:srgbClr val="4C4184"/>
      </a:accent1>
      <a:accent2>
        <a:srgbClr val="642F6C"/>
      </a:accent2>
      <a:accent3>
        <a:srgbClr val="7D2248"/>
      </a:accent3>
      <a:accent4>
        <a:srgbClr val="9D2235"/>
      </a:accent4>
      <a:accent5>
        <a:srgbClr val="D45D00"/>
      </a:accent5>
      <a:accent6>
        <a:srgbClr val="00859B"/>
      </a:accent6>
      <a:hlink>
        <a:srgbClr val="008264"/>
      </a:hlink>
      <a:folHlink>
        <a:srgbClr val="9493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" id="{619F8B6C-59BC-4EEA-BC7B-5BA4CB2C3E62}" vid="{9E2200A6-F187-49C1-9E9C-D505637269E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0</TotalTime>
  <Words>46</Words>
  <Application>Microsoft Office PowerPoint</Application>
  <PresentationFormat>On-screen Show (4:3)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ＭＳ Ｐゴシック</vt:lpstr>
      <vt:lpstr>Lucida Grande</vt:lpstr>
      <vt:lpstr>Calibri</vt:lpstr>
      <vt:lpstr>Arial</vt:lpstr>
      <vt:lpstr>ヒラギノ角ゴ Pro W3</vt:lpstr>
      <vt:lpstr>Theme</vt:lpstr>
      <vt:lpstr>Project ID: TESTID#54834  Project Name: Test Name for Test and Test and Test for Test</vt:lpstr>
      <vt:lpstr>Business Cases</vt:lpstr>
    </vt:vector>
  </TitlesOfParts>
  <Company>ITT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ID: TESTID#54834  Project Name: Test Name for Test and Test and Test for Test</dc:title>
  <dc:creator>Kalyva, Georgia</dc:creator>
  <cp:lastModifiedBy>Kalyva, Georgia</cp:lastModifiedBy>
  <cp:revision>1</cp:revision>
  <dcterms:created xsi:type="dcterms:W3CDTF">2020-02-25T09:06:11Z</dcterms:created>
  <dcterms:modified xsi:type="dcterms:W3CDTF">2020-02-25T09:06:21Z</dcterms:modified>
</cp:coreProperties>
</file>